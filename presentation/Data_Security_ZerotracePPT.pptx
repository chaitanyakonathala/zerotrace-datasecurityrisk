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260"/>
            <a:ext cx="9624060" cy="1209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36562"/>
            <a:ext cx="10693400" cy="66833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36562"/>
            <a:ext cx="10693400" cy="66833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36562"/>
            <a:ext cx="10693400" cy="66833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36562"/>
            <a:ext cx="10693400" cy="66833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36562"/>
            <a:ext cx="10693400" cy="6683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36562"/>
            <a:ext cx="10693400" cy="66833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36562"/>
            <a:ext cx="10693400" cy="66833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36562"/>
            <a:ext cx="10693400" cy="66833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36562"/>
            <a:ext cx="10693400" cy="66833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36562"/>
            <a:ext cx="10693400" cy="66833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36562"/>
            <a:ext cx="10693400" cy="66833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2026-02-20T14:58:19Z</dcterms:created>
  <dcterms:modified xsi:type="dcterms:W3CDTF">2026-02-20T14:58:19Z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2026-02-20T00:00:00Z</vt:filetime>
  </property>
  <property fmtid="{D5CDD505-2E9C-101B-9397-08002B2CF9AE}" pid="3" name="LastSaved">
    <vt:filetime>2026-02-20T00:00:00Z</vt:filetime>
  </property>
  <property fmtid="{D5CDD505-2E9C-101B-9397-08002B2CF9AE}" pid="4" name="Producer">
    <vt:lpwstr>iLovePDF</vt:lpwstr>
  </property>
</Properties>
</file>