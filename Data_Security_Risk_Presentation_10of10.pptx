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Pushpendra: Introduce team and topic. Set context for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Pushpendra: Walk audience through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Chaitanya: Explain concept simply.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Chaitanya: Explain why these sectors are attractive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Indrajit: Tell as story — what happened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Indrajit: Walk through journey of attacker.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Indrajit: Explain security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Mitrasen: Explain early warning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Mitrasen: Explain layered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Pushpendra: Reflect on AI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Pushpendra: Reinforce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members: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Data Security Risk — Team Zero Trace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Indrajit — Risk Analyst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Chaitanya — Assessment Coordinator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Mitrasen — Documentation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Pushpendra — Scrum 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Understand the threat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Real case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Attack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Detection &amp;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What is Data Security Risk?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Sensitive data exposure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Operational disruption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Financial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Who Is Targeted?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Government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Education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Case Story — MOVEit Breach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Vulnerability exploited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Mass data exposure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Industry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Attack Lifecycle Story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Recon →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Movement →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Exfiltration →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CIA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Confidentiality — High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Integrity — High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Availability — High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Unusual logins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spikes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Monitoring tools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Immediate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Security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Continuous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AI Lessons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helped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Napkin AI visuals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Human review needed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Detect 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Defend in layers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474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